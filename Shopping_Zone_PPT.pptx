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33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0" dirty="0">
                <a:solidFill>
                  <a:srgbClr val="000000">
                    <a:alpha val="18000"/>
                  </a:srgbClr>
                </a:solidFill>
              </a:rPr>
              <a:t>🛒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Zone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DB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7498080" cy="0"/>
          </a:xfrm>
          <a:prstGeom prst="line">
            <a:avLst/>
          </a:prstGeom>
          <a:noFill/>
          <a:ln w="12700">
            <a:solidFill>
              <a:srgbClr val="3DB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C896"/>
                </a:solidFill>
              </a:rPr>
              <a:t>PHP Programming  ·  BCA Semester 4  ·  Academic Year 2025–26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7955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5E9"/>
                </a:solidFill>
              </a:rPr>
              <a:t>Shiya Antala     EN NO. 92400527243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F5E9"/>
                </a:solidFill>
              </a:rPr>
              <a:t>Shopping Zone 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77923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96"/>
                </a:solidFill>
              </a:rPr>
              <a:t>Bachelor of Computer Applications (BCA)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4752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96"/>
                </a:solidFill>
              </a:rPr>
              <a:t>Marwadi University  ·  Rajkot, Gujarat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46227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PHP  ·  MySQL  ·  HTML  ·  CSS  ·  XAMPP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CONTENTS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89888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Synopsis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367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Project overview and purpose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911096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911096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Preamble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Background, problem &amp; objectives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432304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432304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688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679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File-level responsibilities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953512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953512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990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 Design — DFD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Level 0, 1 &amp; 2 data flow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474720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474720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5112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721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users table &amp; session cart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995928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995928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0325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Menu &amp; Navigation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2428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Header, category grid, cart nav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517136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517136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5537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Screen: Login &amp; Register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7640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Authentication UI screenshots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1389888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1389888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1426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Screen: Categories &amp; Cart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16367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Shopping UI screenshots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1911096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37760" y="1911096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19476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Features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0680" y="21579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Auth, cart, UI, session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2432304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37760" y="2432304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40680" y="24688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40680" y="2679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PHP, MySQL, HTML, CSS, XAMPP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2953512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937760" y="2953512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40680" y="2990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40680" y="32004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Outcomes &amp; extensibility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46320" y="3474720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937760" y="3474720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12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40680" y="35112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Learning Outcomes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40680" y="3721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Skills reinforced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46320" y="3995928"/>
            <a:ext cx="4160520" cy="4572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937760" y="3995928"/>
            <a:ext cx="4754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13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440680" y="40325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Bibliography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40680" y="42428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96"/>
                </a:solidFill>
              </a:rPr>
              <a:t>References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SYNOPSIS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32588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5E9"/>
                </a:solidFill>
              </a:rPr>
              <a:t>A Shopping Zone web application built with PHP, MySQL, HTML, and CSS. It provides user authentication (registration and login), a categorized product browsing interface with 6 categories, and a session-based shopping cart that persists across page navigations.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1920240" cy="187452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9809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85A"/>
                </a:solidFill>
              </a:rPr>
              <a:t>User Auth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Register &amp; Login with PHP sessions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2907792"/>
            <a:ext cx="1920240" cy="187452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29809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🛍️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42032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85A"/>
                </a:solidFill>
              </a:rPr>
              <a:t>6 Categories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7752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Jewelry, Clothes, Shoes, Baby, Toys, Cosmetics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2907792"/>
            <a:ext cx="1920240" cy="187452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29809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6864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85A"/>
                </a:solidFill>
              </a:rPr>
              <a:t>Session Cart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Add items, view total, clear cart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11696" y="2907792"/>
            <a:ext cx="1920240" cy="187452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11696" y="29809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11696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85A"/>
                </a:solidFill>
              </a:rPr>
              <a:t>MySQL DB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57416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User data persisted in shopping_db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PREAMBLE 2.1 &amp; 2.2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90472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5E9"/>
                </a:solidFill>
              </a:rPr>
              <a:t>E-commerce and online shopping have become integral parts of modern daily life. Consumers expect seamless, user-friendly shopping experiences from any browser. This project provides a practical, local desktop demonstration of a complete PHP e-commerce flow.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B85A"/>
                </a:solidFill>
              </a:rPr>
              <a:t>Statement of Problem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8229600" cy="585216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99232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999232"/>
            <a:ext cx="7406640" cy="5852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How to implement secure user authentication with PHP sessions and MySQL database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585216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657600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657600"/>
            <a:ext cx="7406640" cy="5852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How to organize products into categories and present them in a responsive card-based 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8229600" cy="585216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315968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4315968"/>
            <a:ext cx="7406640" cy="5852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How to maintain a shopping cart across multiple page navigations using PHP sessions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PREAMBLE 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340156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B85A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85A"/>
                </a:solidFill>
              </a:rPr>
              <a:t>✔ </a:t>
            </a:r>
            <a:r>
              <a:rPr lang="en-US" sz="1100" dirty="0">
                <a:solidFill>
                  <a:srgbClr val="E8F5E9"/>
                </a:solidFill>
              </a:rPr>
              <a:t>Design registration &amp; login system with PHP &amp; 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32888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85A"/>
                </a:solidFill>
              </a:rPr>
              <a:t>✔ </a:t>
            </a:r>
            <a:r>
              <a:rPr lang="en-US" sz="1100" dirty="0">
                <a:solidFill>
                  <a:srgbClr val="E8F5E9"/>
                </a:solidFill>
              </a:rPr>
              <a:t>Create 6 category-based product listing pages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99816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85A"/>
                </a:solidFill>
              </a:rPr>
              <a:t>✔ </a:t>
            </a:r>
            <a:r>
              <a:rPr lang="en-US" sz="1100" dirty="0">
                <a:solidFill>
                  <a:srgbClr val="E8F5E9"/>
                </a:solidFill>
              </a:rPr>
              <a:t>Build session cart: add items, calculate total, clear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666744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85A"/>
                </a:solidFill>
              </a:rPr>
              <a:t>✔ </a:t>
            </a:r>
            <a:r>
              <a:rPr lang="en-US" sz="1100" dirty="0">
                <a:solidFill>
                  <a:srgbClr val="E8F5E9"/>
                </a:solidFill>
              </a:rPr>
              <a:t>Allow seamless Continue Shopping navigation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233672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85A"/>
                </a:solidFill>
              </a:rPr>
              <a:t>✔ </a:t>
            </a:r>
            <a:r>
              <a:rPr lang="en-US" sz="1100" dirty="0">
                <a:solidFill>
                  <a:srgbClr val="E8F5E9"/>
                </a:solidFill>
              </a:rPr>
              <a:t>Clean responsive UI with consistent green branding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023360" cy="340156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8C"/>
                </a:solidFill>
              </a:rPr>
              <a:t>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B85A"/>
                </a:solidFill>
              </a:rPr>
              <a:t>IN SCOPE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B85A"/>
                </a:solidFill>
              </a:rPr>
              <a:t>✔ </a:t>
            </a:r>
            <a:r>
              <a:rPr lang="en-US" sz="1050" dirty="0">
                <a:solidFill>
                  <a:srgbClr val="E8F5E9"/>
                </a:solidFill>
              </a:rPr>
              <a:t>Local XAMPP/WAMP deployment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596896"/>
            <a:ext cx="3749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B85A"/>
                </a:solidFill>
              </a:rPr>
              <a:t>✔ </a:t>
            </a:r>
            <a:r>
              <a:rPr lang="en-US" sz="1050" dirty="0">
                <a:solidFill>
                  <a:srgbClr val="E8F5E9"/>
                </a:solidFill>
              </a:rPr>
              <a:t>MySQL for user data 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980944"/>
            <a:ext cx="3749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B85A"/>
                </a:solidFill>
              </a:rPr>
              <a:t>✔ </a:t>
            </a:r>
            <a:r>
              <a:rPr lang="en-US" sz="1050" dirty="0">
                <a:solidFill>
                  <a:srgbClr val="E8F5E9"/>
                </a:solidFill>
              </a:rPr>
              <a:t>PHP sessions for cart management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3749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B85A"/>
                </a:solidFill>
              </a:rPr>
              <a:t>✔ </a:t>
            </a:r>
            <a:r>
              <a:rPr lang="en-US" sz="1050" dirty="0">
                <a:solidFill>
                  <a:srgbClr val="E8F5E9"/>
                </a:solidFill>
              </a:rPr>
              <a:t>HTML/CSS responsive frontend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767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</a:rPr>
              <a:t>OUT OF SCOPE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4050792"/>
            <a:ext cx="3749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5350"/>
                </a:solidFill>
              </a:rPr>
              <a:t>✗ </a:t>
            </a:r>
            <a:r>
              <a:rPr lang="en-US" sz="1050" dirty="0">
                <a:solidFill>
                  <a:srgbClr val="7EC896"/>
                </a:solidFill>
              </a:rPr>
              <a:t>Payment gateway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4370832"/>
            <a:ext cx="3749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5350"/>
                </a:solidFill>
              </a:rPr>
              <a:t>✗ </a:t>
            </a:r>
            <a:r>
              <a:rPr lang="en-US" sz="1050" dirty="0">
                <a:solidFill>
                  <a:srgbClr val="7EC896"/>
                </a:solidFill>
              </a:rPr>
              <a:t>Admin panel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4690872"/>
            <a:ext cx="3749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5350"/>
                </a:solidFill>
              </a:rPr>
              <a:t>✗ </a:t>
            </a:r>
            <a:r>
              <a:rPr lang="en-US" sz="1050" dirty="0">
                <a:solidFill>
                  <a:srgbClr val="7EC896"/>
                </a:solidFill>
              </a:rPr>
              <a:t>Mobile app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MODULE DESCRIPTION 2.4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Architecture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64008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64008" cy="6400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35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login.php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7282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Authentication entry point. Validates email/password against MySQL users table, creates PHP session on success.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64008" cy="64008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register.php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441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New user registration. Hashes password with password_hash(), inserts record into users table via PDO/mysqli.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8229600" cy="64008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16352"/>
            <a:ext cx="64008" cy="64008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862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index.php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154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Main shopping page (post-login). Renders 6 category cards in a 3×2 grid. Green header with Cart &amp; Logout buttons.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8229600" cy="64008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29584"/>
            <a:ext cx="64008" cy="6400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75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cart.php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Session cart view. Lists all added items with prices in INR, calculates total, offers Continue Shopping &amp; Clear Cart.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8229600" cy="64008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42816"/>
            <a:ext cx="64008" cy="640080"/>
          </a:xfrm>
          <a:prstGeom prst="rect">
            <a:avLst/>
          </a:prstGeom>
          <a:solidFill>
            <a:srgbClr val="7EC896"/>
          </a:solidFill>
          <a:ln w="12700">
            <a:solidFill>
              <a:srgbClr val="7E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pages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45811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Per-category product listing pages. Each shows product cards with Add to Cart buttons that append to $_SESSION cart.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SYSTEM DESIGN 3.1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85A"/>
                </a:solidFill>
              </a:rPr>
              <a:t>Level 0 — Context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1463040" cy="594360"/>
          </a:xfrm>
          <a:prstGeom prst="rect">
            <a:avLst/>
          </a:prstGeom>
          <a:solidFill>
            <a:srgbClr val="112B15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55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B6F6"/>
                </a:solidFill>
              </a:rPr>
              <a:t>User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755648"/>
            <a:ext cx="1828800" cy="594360"/>
          </a:xfrm>
          <a:prstGeom prst="rect">
            <a:avLst/>
          </a:prstGeom>
          <a:solidFill>
            <a:srgbClr val="112B15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7556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B85A"/>
                </a:solidFill>
              </a:rPr>
              <a:t>Shopping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DB85A"/>
                </a:solidFill>
              </a:rPr>
              <a:t>Zone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1417320"/>
            <a:ext cx="1737360" cy="594360"/>
          </a:xfrm>
          <a:prstGeom prst="rect">
            <a:avLst/>
          </a:prstGeom>
          <a:solidFill>
            <a:srgbClr val="112B15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4173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</a:rPr>
              <a:t>users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</a:rPr>
              <a:t>(MySQL DB)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2148840"/>
            <a:ext cx="1737360" cy="594360"/>
          </a:xfrm>
          <a:prstGeom prst="rect">
            <a:avLst/>
          </a:prstGeom>
          <a:solidFill>
            <a:srgbClr val="112B15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1E8C"/>
                </a:solidFill>
              </a:rPr>
              <a:t>$_SESSION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91E8C"/>
                </a:solidFill>
              </a:rPr>
              <a:t>(Cart)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38528" y="1965960"/>
            <a:ext cx="1737360" cy="0"/>
          </a:xfrm>
          <a:prstGeom prst="line">
            <a:avLst/>
          </a:prstGeom>
          <a:noFill/>
          <a:ln w="19050">
            <a:solidFill>
              <a:srgbClr val="7E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7647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C896"/>
                </a:solidFill>
              </a:rPr>
              <a:t>credentials / actions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938528" y="2148840"/>
            <a:ext cx="1737360" cy="0"/>
          </a:xfrm>
          <a:prstGeom prst="line">
            <a:avLst/>
          </a:prstGeom>
          <a:noFill/>
          <a:ln w="19050">
            <a:solidFill>
              <a:srgbClr val="3D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1671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B85A"/>
                </a:solidFill>
              </a:rPr>
              <a:t>pages / feedback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504688" y="1719072"/>
            <a:ext cx="1463040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04688" y="2331720"/>
            <a:ext cx="1463040" cy="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85A"/>
                </a:solidFill>
              </a:rPr>
              <a:t>Level 1 — Major Processes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291840"/>
            <a:ext cx="2743200" cy="157276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291840"/>
            <a:ext cx="2743200" cy="36576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B6F6"/>
                </a:solidFill>
              </a:rPr>
              <a:t>1.0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9B6F6"/>
                </a:solidFill>
              </a:rPr>
              <a:t>User Auth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Receives credentials → validates against Users DB → creates session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9272" y="3291840"/>
            <a:ext cx="2743200" cy="157276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9272" y="3291840"/>
            <a:ext cx="2743200" cy="36576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85A"/>
                </a:solidFill>
              </a:rPr>
              <a:t>2.0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DB85A"/>
                </a:solidFill>
              </a:rPr>
              <a:t>Categories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0712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Reads category list → serves 6 product tile pages to user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27064" y="3291840"/>
            <a:ext cx="2743200" cy="157276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27064" y="3291840"/>
            <a:ext cx="27432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1E8C"/>
                </a:solidFill>
              </a:rPr>
              <a:t>3.0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91E8C"/>
                </a:solidFill>
              </a:rPr>
              <a:t>Cart Mgmt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18504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Receives add/clear actions → updates session cart → returns cart view with total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SYSTEM DESIGN 3.2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40156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08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table  (MySQL — shopping_db)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20240"/>
          <a:ext cx="4754880" cy="251460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B8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E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AI 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Auto-increment primary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B8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E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user email 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B8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password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E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 hashed password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B8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created_at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E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Auto-set on 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669280" y="1417320"/>
            <a:ext cx="3017520" cy="340156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 Structure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2148840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$_SESSION['user']
</a:t>
            </a:r>
            <a:r>
              <a:rPr lang="en-US" sz="900" dirty="0">
                <a:solidFill>
                  <a:srgbClr val="7EC896"/>
                </a:solidFill>
              </a:rPr>
              <a:t>Logged-in user email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06440" y="2807208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$_SESSION['cart']
</a:t>
            </a:r>
            <a:r>
              <a:rPr lang="en-US" sz="900" dirty="0">
                <a:solidFill>
                  <a:srgbClr val="7EC896"/>
                </a:solidFill>
              </a:rPr>
              <a:t>Assoc. array of items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06440" y="3465576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['name']
</a:t>
            </a:r>
            <a:r>
              <a:rPr lang="en-US" sz="900" dirty="0">
                <a:solidFill>
                  <a:srgbClr val="7EC896"/>
                </a:solidFill>
              </a:rPr>
              <a:t>Product display name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06440" y="4123944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['price']
</a:t>
            </a:r>
            <a:r>
              <a:rPr lang="en-US" sz="900" dirty="0">
                <a:solidFill>
                  <a:srgbClr val="7EC896"/>
                </a:solidFill>
              </a:rPr>
              <a:t>Item price in INR (int)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SCREEN DESIGN 3.4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 Screens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69080" cy="345643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/home/claude/doc_imag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35608"/>
            <a:ext cx="3977640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9959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85A"/>
                </a:solidFill>
              </a:rPr>
              <a:t>Login Screen  (login.php)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4270248"/>
            <a:ext cx="3977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Green background · Email &amp; Password fields · Session created on success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389888"/>
            <a:ext cx="4023360" cy="345643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doc_image_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435608"/>
            <a:ext cx="393192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B6F6"/>
                </a:solidFill>
              </a:rPr>
              <a:t>Registration Screen  (register.php)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09160" y="4270248"/>
            <a:ext cx="3931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New user signup · password_hash() · Redirects to login on success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SCREEN DESIGN 3.4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Categories &amp; Cart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69080" cy="345643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/home/claude/doc_image_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35608"/>
            <a:ext cx="3977640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9959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85A"/>
                </a:solidFill>
              </a:rPr>
              <a:t>Categories Page  (index.php)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4270248"/>
            <a:ext cx="3977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6 category cards · 3×2 grid · Cart &amp; Logout in green header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389888"/>
            <a:ext cx="4023360" cy="345643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doc_image_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435608"/>
            <a:ext cx="393192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1E8C"/>
                </a:solidFill>
              </a:rPr>
              <a:t>Shopping Cart  (cart.php)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09160" y="4270248"/>
            <a:ext cx="3931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Hot-pink header · Items + prices in INR · Total row · Clear Cart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CORE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 Features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743200" cy="166420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</a:rPr>
              <a:t>User Authentication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96"/>
                </a:solidFill>
              </a:rPr>
              <a:t>PHP sessions for login state. password_hash() &amp; password_verify() for secure credential storage and validation.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743200" cy="166420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9272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10712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85A"/>
                </a:solidFill>
              </a:rPr>
              <a:t>Category Navigation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0712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96"/>
                </a:solidFill>
              </a:rPr>
              <a:t>6 categories (Jewelry, Clothes, Shoes, Baby, Toys, Cosmetics) in a responsive 3×2 CSS Grid card layout.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27064" y="1417320"/>
            <a:ext cx="2743200" cy="166420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27064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18504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</a:rPr>
              <a:t>Session-based Cart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8504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96"/>
                </a:solidFill>
              </a:rPr>
              <a:t>$_SESSION stores cart items across page navigations. Add to Cart appends product+price to the session array.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2743200" cy="166420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" y="3730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</a:rPr>
              <a:t>Price Calculation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023360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96"/>
                </a:solidFill>
              </a:rPr>
              <a:t>Cart page sums all prices in session array and displays total in INR with a bold Total row at the bottom.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19272" y="3200400"/>
            <a:ext cx="2743200" cy="166420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9272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10712" y="3730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A745"/>
                </a:solidFill>
              </a:rPr>
              <a:t>Green Brand Theme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0712" y="4023360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96"/>
                </a:solidFill>
              </a:rPr>
              <a:t>Consistent #3a7d44 green across navigation, buttons, backgrounds. Hot-pink accent on cart table header.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27064" y="3200400"/>
            <a:ext cx="2743200" cy="1664208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27064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18504" y="3730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</a:rPr>
              <a:t>Logout &amp; Session 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8504" y="4023360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96"/>
                </a:solidFill>
              </a:rPr>
              <a:t>Logout button destroys the PHP session entirely. Clear Cart destroys only the cart array in $_SESSION.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80467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80467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7218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7/8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56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Server-side Language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71800" y="1508760"/>
            <a:ext cx="55778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</a:rPr>
              <a:t>Sessions, password hashing, PDO/mysqli queries, form handling, page routing, and cart logic.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8229600" cy="80467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04288"/>
            <a:ext cx="64008" cy="8046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5915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Database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71800" y="2395728"/>
            <a:ext cx="55778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</a:rPr>
              <a:t>Stores user records in shopping_db.users. DDL: CREATE TABLE with id, email, password, created_at.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80467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64008" cy="80467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461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B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&amp; CSS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630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Frontend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71800" y="3282696"/>
            <a:ext cx="55778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</a:rPr>
              <a:t>Semantic HTML forms and structure. CSS Flexbox/Grid for 3×2 category cards and responsive layout.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8229600" cy="80467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78224"/>
            <a:ext cx="64008" cy="80467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330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XAMPP / WAMP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4517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Local Server Stack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71800" y="4169664"/>
            <a:ext cx="55778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</a:rPr>
              <a:t>Apache web server + MySQL bundled. Runs the PHP app locally at localhost/shooping_site/ with zero config.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96"/>
                </a:solidFill>
              </a:rPr>
              <a:t>In Scope: Local XAMPP/WAMP, PHP sessions, MySQL, HTML/CSS     |     Out of Scope: Payment gateway, Admin panel, Mobile app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23444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5E9"/>
                </a:solidFill>
              </a:rPr>
              <a:t>The Shopping Zone web application successfully demonstrates a complete, self-contained PHP and MySQL e-commerce flow. User authentication via hashed passwords and PHP sessions provides a secure and stateful experience, while the session-based cart closely mirrors real-world e-commerce behavior.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4069080" cy="9144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834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85A"/>
                </a:solidFill>
              </a:rPr>
              <a:t>✔ </a:t>
            </a:r>
            <a:r>
              <a:rPr lang="en-US" sz="1200" b="1" dirty="0">
                <a:solidFill>
                  <a:srgbClr val="FFFFFF"/>
                </a:solidFill>
              </a:rPr>
              <a:t>Self-contained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Runs on any local XAMPP/WAMP machine. No cloud infrastructure, payment gateway, or external API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788920"/>
            <a:ext cx="4069080" cy="9144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834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B6F6"/>
                </a:solidFill>
              </a:rPr>
              <a:t>✔ </a:t>
            </a:r>
            <a:r>
              <a:rPr lang="en-US" sz="1200" b="1" dirty="0">
                <a:solidFill>
                  <a:srgbClr val="FFFFFF"/>
                </a:solidFill>
              </a:rPr>
              <a:t>Secure 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password_hash() and PHP sessions ensure no plain-text passwords and proper login state management.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4069080" cy="9144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840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</a:rPr>
              <a:t>✔ </a:t>
            </a:r>
            <a:r>
              <a:rPr lang="en-US" sz="1200" b="1" dirty="0">
                <a:solidFill>
                  <a:srgbClr val="FFFFFF"/>
                </a:solidFill>
              </a:rPr>
              <a:t>Extensible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Can be extended with an admin panel, product database, or payment gateway without rewriting core logic.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794760"/>
            <a:ext cx="4069080" cy="914400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840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</a:rPr>
              <a:t>✔ </a:t>
            </a:r>
            <a:r>
              <a:rPr lang="en-US" sz="1200" b="1" dirty="0">
                <a:solidFill>
                  <a:srgbClr val="FFFFFF"/>
                </a:solidFill>
              </a:rPr>
              <a:t>Educational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96"/>
                </a:solidFill>
              </a:rPr>
              <a:t>Demonstrates PHP + MySQL + HTML + CSS working together as a complete, structured academic web project.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F0E"/>
                </a:solidFill>
              </a:rPr>
              <a:t>LEARNING OUTCOMES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Learned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160520" cy="107899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64008" cy="10789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1732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B85A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1472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PHP Sessions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9848" y="1764792"/>
            <a:ext cx="33832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Implementing $_SESSION to maintain login state and cart data across multiple pages without a database write for every action.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4160520" cy="107899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17320"/>
            <a:ext cx="64008" cy="107899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41732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B6F6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04688" y="1472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Password 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04688" y="1764792"/>
            <a:ext cx="33832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Using password_hash() and password_verify() to store and validate credentials securely, avoiding plain-text password storage.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4160520" cy="107899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06040"/>
            <a:ext cx="64008" cy="10789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060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107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9848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2953512"/>
            <a:ext cx="33832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Writing PDO or mysqli queries to insert users during registration and retrieve/validate during login with parameterized queries to prevent SQL injection.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4160520" cy="107899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606040"/>
            <a:ext cx="64008" cy="10789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6060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1E8C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04688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Responsive Card Layout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4688" y="2953512"/>
            <a:ext cx="33832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Using CSS Flexbox/Grid to create a uniform, aesthetically pleasing 3×2 category card grid that adapts to different screen widths.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794760"/>
            <a:ext cx="4160520" cy="107899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794760"/>
            <a:ext cx="64008" cy="107899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7947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9848" y="3849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UI/UX Consistency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9848" y="4142232"/>
            <a:ext cx="33832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Applying a consistent green brand color across navigation, buttons, and backgrounds, with hot-pink accent to guide user attention to the cart.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794760"/>
            <a:ext cx="4160520" cy="1078992"/>
          </a:xfrm>
          <a:prstGeom prst="rect">
            <a:avLst/>
          </a:prstGeom>
          <a:solidFill>
            <a:srgbClr val="163320"/>
          </a:solidFill>
          <a:ln w="5080">
            <a:solidFill>
              <a:srgbClr val="3DB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794760"/>
            <a:ext cx="64008" cy="107899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7947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5350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04688" y="3849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Session-based Cart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04688" y="4142232"/>
            <a:ext cx="33832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96"/>
                </a:solidFill>
              </a:rPr>
              <a:t>Learning to store, retrieve, and clear associative arrays in $_SESSION to replicate a shopping cart without a separate cart database table.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B85A"/>
          </a:solidFill>
          <a:ln w="12700">
            <a:solidFill>
              <a:srgbClr val="3DB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dirty="0">
                <a:solidFill>
                  <a:srgbClr val="3DB85A">
                    <a:alpha val="9000"/>
                  </a:srgbClr>
                </a:solidFill>
              </a:rPr>
              <a:t>🛒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B85A"/>
                </a:solidFill>
              </a:rPr>
              <a:t>Shopping Zone — BCA Semester 4 PHP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999232"/>
            <a:ext cx="4572000" cy="0"/>
          </a:xfrm>
          <a:prstGeom prst="line">
            <a:avLst/>
          </a:prstGeom>
          <a:noFill/>
          <a:ln w="12700">
            <a:solidFill>
              <a:srgbClr val="3DB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C896"/>
                </a:solidFill>
              </a:rPr>
              <a:t>Shiya Antala  ·  Shopping Zone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C896"/>
                </a:solidFill>
              </a:rPr>
              <a:t>Marwadi University  ·  Rajkot, Gujarat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C896"/>
                </a:solidFill>
              </a:rPr>
              <a:t>PHP  ·  MySQL  ·  HTML  ·  CSS  ·  XAMPP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1454</Words>
  <Application>Microsoft Office PowerPoint</Application>
  <PresentationFormat>On-screen Show (16:9)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Zone — Project Documentation</dc:title>
  <dc:subject>PptxGenJS Presentation</dc:subject>
  <dc:creator>PptxGenJS</dc:creator>
  <cp:lastModifiedBy>ADMIN</cp:lastModifiedBy>
  <cp:revision>2</cp:revision>
  <dcterms:created xsi:type="dcterms:W3CDTF">2026-04-19T17:55:28Z</dcterms:created>
  <dcterms:modified xsi:type="dcterms:W3CDTF">2026-04-19T18:00:24Z</dcterms:modified>
</cp:coreProperties>
</file>